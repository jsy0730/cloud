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54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 성윤" userId="28bee6067fab020e" providerId="LiveId" clId="{5F320C76-8881-46A7-B5BD-0191A12FCB5C}"/>
    <pc:docChg chg="modSld">
      <pc:chgData name="정 성윤" userId="28bee6067fab020e" providerId="LiveId" clId="{5F320C76-8881-46A7-B5BD-0191A12FCB5C}" dt="2026-10-13T04:42:56.156" v="1" actId="113"/>
      <pc:docMkLst>
        <pc:docMk/>
      </pc:docMkLst>
      <pc:sldChg chg="modSp mod">
        <pc:chgData name="정 성윤" userId="28bee6067fab020e" providerId="LiveId" clId="{5F320C76-8881-46A7-B5BD-0191A12FCB5C}" dt="2026-10-13T04:42:56.156" v="1" actId="113"/>
        <pc:sldMkLst>
          <pc:docMk/>
          <pc:sldMk cId="0" sldId="256"/>
        </pc:sldMkLst>
        <pc:spChg chg="mod">
          <ac:chgData name="정 성윤" userId="28bee6067fab020e" providerId="LiveId" clId="{5F320C76-8881-46A7-B5BD-0191A12FCB5C}" dt="2026-10-13T04:42:56.156" v="1" actId="113"/>
          <ac:spMkLst>
            <pc:docMk/>
            <pc:sldMk cId="0" sldId="256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61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7400" y="2298700"/>
            <a:ext cx="5715000" cy="187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6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6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87400" y="4481016"/>
            <a:ext cx="10591800" cy="1564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7400" y="2298700"/>
            <a:ext cx="5715000" cy="187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6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6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87400" y="4481016"/>
            <a:ext cx="10591800" cy="1564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전포동 복합주차장 정동관 투시도: 벽돌색 루버로 감싼 주차장 건물 외관"/>
          <p:cNvPicPr>
            <a:picLocks noChangeAspect="1"/>
          </p:cNvPicPr>
          <p:nvPr/>
        </p:nvPicPr>
        <p:blipFill>
          <a:blip r:embed="rId3"/>
          <a:srcRect l="556" r="556"/>
          <a:stretch/>
        </p:blipFill>
        <p:spPr>
          <a:xfrm>
            <a:off x="7239000" y="0"/>
            <a:ext cx="4953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89800" y="3810000"/>
            <a:ext cx="4902200" cy="3048000"/>
          </a:xfrm>
          <a:prstGeom prst="rect">
            <a:avLst/>
          </a:prstGeom>
          <a:gradFill rotWithShape="1">
            <a:gsLst>
              <a:gs pos="0">
                <a:srgbClr val="0A1122">
                  <a:alpha val="0"/>
                </a:srgbClr>
              </a:gs>
              <a:gs pos="100000">
                <a:srgbClr val="0A1122">
                  <a:alpha val="90000"/>
                </a:srgbClr>
              </a:gs>
            </a:gsLst>
            <a:lin ang="5400000" scaled="0"/>
          </a:gradFill>
          <a:ln/>
        </p:spPr>
      </p:sp>
      <p:sp>
        <p:nvSpPr>
          <p:cNvPr id="4" name="Text 1"/>
          <p:cNvSpPr/>
          <p:nvPr/>
        </p:nvSpPr>
        <p:spPr>
          <a:xfrm>
            <a:off x="7594600" y="4635500"/>
            <a:ext cx="4578350" cy="159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320"/>
              </a:lnSpc>
              <a:buNone/>
            </a:pPr>
            <a:r>
              <a:rPr lang="en-US" sz="11200" b="1" kern="0" spc="-200" dirty="0">
                <a:solidFill>
                  <a:srgbClr val="FFFF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停</a:t>
            </a:r>
            <a:r>
              <a:rPr lang="en-US" sz="11200" b="1" kern="0" spc="-200" dirty="0">
                <a:solidFill>
                  <a:srgbClr val="FFC00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動</a:t>
            </a:r>
            <a:r>
              <a:rPr lang="en-US" sz="11200" b="1" kern="0" spc="-200" dirty="0">
                <a:solidFill>
                  <a:srgbClr val="FFFF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館</a:t>
            </a:r>
            <a:endParaRPr lang="en-US" sz="11200" dirty="0"/>
          </a:p>
        </p:txBody>
      </p:sp>
      <p:sp>
        <p:nvSpPr>
          <p:cNvPr id="5" name="Shape 2"/>
          <p:cNvSpPr/>
          <p:nvPr/>
        </p:nvSpPr>
        <p:spPr>
          <a:xfrm>
            <a:off x="7239000" y="0"/>
            <a:ext cx="50800" cy="68580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" y="609600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kern="0" spc="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공학설계기초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1016000"/>
            <a:ext cx="5613400" cy="1905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8" name="Shape 5"/>
          <p:cNvSpPr/>
          <p:nvPr/>
        </p:nvSpPr>
        <p:spPr>
          <a:xfrm>
            <a:off x="812800" y="1701800"/>
            <a:ext cx="457200" cy="5080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9" name="Text 6"/>
          <p:cNvSpPr/>
          <p:nvPr/>
        </p:nvSpPr>
        <p:spPr>
          <a:xfrm>
            <a:off x="812800" y="1879600"/>
            <a:ext cx="392430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kern="0" spc="5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전포동</a:t>
            </a:r>
            <a:endParaRPr lang="en-US" sz="2200" dirty="0"/>
          </a:p>
        </p:txBody>
      </p:sp>
      <p:sp>
        <p:nvSpPr>
          <p:cNvPr id="10" name="Text 7"/>
          <p:cNvSpPr>
            <a:spLocks noGrp="1"/>
          </p:cNvSpPr>
          <p:nvPr>
            <p:ph type="title"/>
          </p:nvPr>
        </p:nvSpPr>
        <p:spPr>
          <a:xfrm>
            <a:off x="787400" y="2298700"/>
            <a:ext cx="5886450" cy="1902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392"/>
              </a:lnSpc>
              <a:buNone/>
            </a:pPr>
            <a:r>
              <a:rPr lang="en-US" sz="6600" b="1" i="0" kern="0" spc="-15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복합주차장</a:t>
            </a:r>
            <a:endParaRPr lang="en-US" sz="6600" b="1" dirty="0"/>
          </a:p>
          <a:p>
            <a:pPr marL="0" indent="0" algn="l">
              <a:lnSpc>
                <a:spcPts val="7392"/>
              </a:lnSpc>
              <a:buNone/>
            </a:pPr>
            <a:r>
              <a:rPr lang="en-US" sz="6600" b="1" i="0" kern="0" spc="-15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정동관</a:t>
            </a:r>
            <a:endParaRPr lang="en-US" sz="6600" b="1" dirty="0"/>
          </a:p>
        </p:txBody>
      </p:sp>
      <p:sp>
        <p:nvSpPr>
          <p:cNvPr id="11" name="Text 8"/>
          <p:cNvSpPr/>
          <p:nvPr/>
        </p:nvSpPr>
        <p:spPr>
          <a:xfrm>
            <a:off x="812800" y="4330700"/>
            <a:ext cx="457835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kern="0" spc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건축계획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812800" y="5029200"/>
            <a:ext cx="5613400" cy="6350"/>
          </a:xfrm>
          <a:prstGeom prst="rect">
            <a:avLst/>
          </a:prstGeom>
          <a:solidFill>
            <a:srgbClr val="C9CED8"/>
          </a:solidFill>
          <a:ln/>
        </p:spPr>
      </p:sp>
      <p:sp>
        <p:nvSpPr>
          <p:cNvPr id="13" name="Text 10"/>
          <p:cNvSpPr/>
          <p:nvPr/>
        </p:nvSpPr>
        <p:spPr>
          <a:xfrm>
            <a:off x="812800" y="5181600"/>
            <a:ext cx="578180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낮에는 주차장, 밤에는 공연과 옥상 광장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2800" y="5638800"/>
            <a:ext cx="5781802" cy="53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부산진구 전포동 207번지 일대 · 53필지 · 4,964.5㎡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 4층 · 지상 6층 + 옥상 · 연면적 43,623.7㎡ · 주차 약 600대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324600"/>
            <a:ext cx="39243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202325137 정성윤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94600" y="6413500"/>
            <a:ext cx="459740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DAE3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투시도는 개념 볼륨 모델로 만든 이미지이며 실제 설계안이 아님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전포동 복합주차장 정동관 건축계획">
  <a:themeElements>
    <a:clrScheme name="전포동 복합주차장 정동관 건축계획">
      <a:dk1>
        <a:srgbClr val="002060"/>
      </a:dk1>
      <a:lt1>
        <a:srgbClr val="FFFFFF"/>
      </a:lt1>
      <a:dk2>
        <a:srgbClr val="405888"/>
      </a:dk2>
      <a:lt2>
        <a:srgbClr val="E6E9EF"/>
      </a:lt2>
      <a:accent1>
        <a:srgbClr val="FFC000"/>
      </a:accent1>
      <a:accent2>
        <a:srgbClr val="595959"/>
      </a:accent2>
      <a:accent3>
        <a:srgbClr val="0A1122"/>
      </a:accent3>
      <a:accent4>
        <a:srgbClr val="C9CED8"/>
      </a:accent4>
      <a:accent5>
        <a:srgbClr val="DAE3F3"/>
      </a:accent5>
      <a:accent6>
        <a:srgbClr val="9AA0A6"/>
      </a:accent6>
      <a:hlink>
        <a:srgbClr val="0563C1"/>
      </a:hlink>
      <a:folHlink>
        <a:srgbClr val="954F72"/>
      </a:folHlink>
    </a:clrScheme>
    <a:fontScheme name="전포동 복합주차장 정동관 건축계획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와이드스크린</PresentationFormat>
  <Paragraphs>12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Georgia</vt:lpstr>
      <vt:lpstr>전포동 복합주차장 정동관 건축계획</vt:lpstr>
      <vt:lpstr>복합주차장 정동관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전포동 복합주차장 정동관 건축계획</dc:title>
  <dc:subject/>
  <dc:creator/>
  <cp:lastModifiedBy>정 성윤</cp:lastModifiedBy>
  <cp:revision>1</cp:revision>
  <dcterms:created xsi:type="dcterms:W3CDTF">2026-10-13T04:39:47Z</dcterms:created>
  <dcterms:modified xsi:type="dcterms:W3CDTF">2026-10-13T04:42:57Z</dcterms:modified>
</cp:coreProperties>
</file>